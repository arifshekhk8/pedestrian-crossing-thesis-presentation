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0"/>
  </p:notesMasterIdLst>
  <p:sldIdLst>
    <p:sldId id="256" r:id="rId2"/>
    <p:sldId id="262" r:id="rId3"/>
    <p:sldId id="257" r:id="rId4"/>
    <p:sldId id="285" r:id="rId5"/>
    <p:sldId id="274" r:id="rId6"/>
    <p:sldId id="283" r:id="rId7"/>
    <p:sldId id="275" r:id="rId8"/>
    <p:sldId id="28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853" autoAdjust="0"/>
    <p:restoredTop sz="94291" autoAdjust="0"/>
  </p:normalViewPr>
  <p:slideViewPr>
    <p:cSldViewPr>
      <p:cViewPr varScale="1">
        <p:scale>
          <a:sx n="116" d="100"/>
          <a:sy n="116" d="100"/>
        </p:scale>
        <p:origin x="-151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85DC-018B-4F1D-9BCC-BA10FDA96A23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5672-ADE6-4DA2-A2C7-8376839EE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B66D-A5CE-42A1-9C05-46FA3E94CC3F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3516B-352B-4793-B7C4-6C06A4F4800D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EF37-A94C-4534-A2B1-CC2022CDC647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23B4-94AB-4286-8811-583146B7BAD5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A0EDA-E9E5-48B8-905D-8AC44EBBC9FD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0185-9017-4836-A92F-BB05BFBC62F1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54A-25BC-482D-8D56-0755565FF8F0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C85E-12E0-4562-8829-CBECA72C9894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0E6C-C80E-4CD4-82EA-A20BF1A29307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8D4A-0135-440A-97ED-D0FA805DB767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3F86-EE01-4EA4-B63B-715E83139625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F5DE8-46B7-43C6-92B6-780BCD9A2D43}" type="datetime2">
              <a:rPr lang="en-US" smtClean="0"/>
              <a:pPr/>
              <a:t>Monday, October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38200" y="2514600"/>
            <a:ext cx="7620000" cy="1828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Prepared </a:t>
            </a:r>
            <a:r>
              <a:rPr lang="en-US" sz="2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7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7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Thesis </a:t>
            </a:r>
            <a:r>
              <a:rPr lang="en-US" sz="2200" b="1" smtClean="0">
                <a:latin typeface="Times New Roman" pitchFamily="18" charset="0"/>
                <a:cs typeface="Times New Roman" pitchFamily="18" charset="0"/>
              </a:rPr>
              <a:t>Defense Committee 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Department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of  Computer Science and Engineering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" name="WordArt 5"/>
          <p:cNvSpPr>
            <a:spLocks noChangeArrowheads="1" noChangeShapeType="1" noTextEdit="1"/>
          </p:cNvSpPr>
          <p:nvPr/>
        </p:nvSpPr>
        <p:spPr bwMode="auto">
          <a:xfrm>
            <a:off x="744583" y="321276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 smtClean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 smtClean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  <a:endParaRPr lang="en-US" sz="1200" b="1" kern="10" spc="240" dirty="0">
              <a:ln w="9525">
                <a:solidFill>
                  <a:srgbClr val="008000"/>
                </a:solidFill>
                <a:round/>
                <a:headEnd/>
                <a:tailEnd/>
              </a:ln>
              <a:solidFill>
                <a:srgbClr val="008000"/>
              </a:solidFill>
              <a:effectLst/>
              <a:latin typeface="Arial Narrow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24200" y="713601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 smtClean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685800" y="1143000"/>
            <a:ext cx="7848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Place Thesis Title Here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2895600" y="2209800"/>
            <a:ext cx="34726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Course Code: Thesis CSC 488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4267200" y="4724400"/>
            <a:ext cx="4800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Student1_Name:                                   ID: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Student1_Name :                                  ID: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24409" y="6248400"/>
            <a:ext cx="36763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Place the presentation date here</a:t>
            </a:r>
            <a:endParaRPr lang="en-US" sz="2000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9812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52400" y="4724400"/>
            <a:ext cx="350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Faculty Name 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Designation </a:t>
            </a:r>
          </a:p>
        </p:txBody>
      </p:sp>
      <p:pic>
        <p:nvPicPr>
          <p:cNvPr id="19" name="Picture 18" descr="Logo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79838" y="3733800"/>
            <a:ext cx="457200" cy="4705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7671816" cy="487375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cs typeface="Times New Roman" panose="02020603050405020304" pitchFamily="18" charset="0"/>
              </a:rPr>
              <a:t>Introduction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cs typeface="Times New Roman" panose="02020603050405020304" pitchFamily="18" charset="0"/>
              </a:rPr>
              <a:t>Literature Review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cs typeface="Times New Roman" panose="02020603050405020304" pitchFamily="18" charset="0"/>
              </a:rPr>
              <a:t>Research Methodology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cs typeface="Times New Roman" panose="02020603050405020304" pitchFamily="18" charset="0"/>
              </a:rPr>
              <a:t>Result and Discussion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cs typeface="Times New Roman" panose="02020603050405020304" pitchFamily="18" charset="0"/>
              </a:rPr>
              <a:t>Conclusion</a:t>
            </a:r>
            <a:endParaRPr lang="en-US" sz="2800" dirty="0"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Introduction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GB" sz="2800" dirty="0" smtClean="0"/>
              <a:t> </a:t>
            </a:r>
            <a:r>
              <a:rPr lang="en-US" sz="2800" dirty="0" smtClean="0"/>
              <a:t>You should include the following points in the Introduction part:</a:t>
            </a:r>
          </a:p>
          <a:p>
            <a:pPr lvl="1" algn="just">
              <a:buFont typeface="Wingdings" pitchFamily="2" charset="2"/>
              <a:buChar char="§"/>
              <a:tabLst>
                <a:tab pos="685800" algn="l"/>
              </a:tabLst>
            </a:pPr>
            <a:r>
              <a:rPr lang="en-US" sz="2800" dirty="0" smtClean="0"/>
              <a:t> Background and Context (only key points)</a:t>
            </a:r>
          </a:p>
          <a:p>
            <a:pPr lvl="1" algn="just">
              <a:buFont typeface="Wingdings" pitchFamily="2" charset="2"/>
              <a:buChar char="§"/>
              <a:tabLst>
                <a:tab pos="685800" algn="l"/>
              </a:tabLst>
            </a:pPr>
            <a:r>
              <a:rPr lang="en-US" sz="2800" dirty="0" smtClean="0"/>
              <a:t> Motivation (if appropriate)</a:t>
            </a:r>
          </a:p>
          <a:p>
            <a:pPr lvl="1" algn="just">
              <a:buFont typeface="Wingdings" pitchFamily="2" charset="2"/>
              <a:buChar char="§"/>
              <a:tabLst>
                <a:tab pos="685800" algn="l"/>
              </a:tabLst>
            </a:pPr>
            <a:r>
              <a:rPr lang="en-US" sz="2800" dirty="0" smtClean="0"/>
              <a:t> Problem Statement</a:t>
            </a:r>
          </a:p>
          <a:p>
            <a:pPr lvl="1" algn="just">
              <a:buFont typeface="Wingdings" pitchFamily="2" charset="2"/>
              <a:buChar char="§"/>
              <a:tabLst>
                <a:tab pos="685800" algn="l"/>
              </a:tabLst>
            </a:pPr>
            <a:r>
              <a:rPr lang="en-US" sz="2800" dirty="0" smtClean="0"/>
              <a:t> Research Aim</a:t>
            </a:r>
          </a:p>
          <a:p>
            <a:pPr lvl="1" algn="just">
              <a:buFont typeface="Wingdings" pitchFamily="2" charset="2"/>
              <a:buChar char="§"/>
              <a:tabLst>
                <a:tab pos="685800" algn="l"/>
              </a:tabLst>
            </a:pPr>
            <a:r>
              <a:rPr lang="en-US" sz="2800" dirty="0" smtClean="0"/>
              <a:t> Research Objectives</a:t>
            </a:r>
          </a:p>
          <a:p>
            <a:pPr lvl="1" algn="just">
              <a:buFont typeface="Wingdings" pitchFamily="2" charset="2"/>
              <a:buChar char="§"/>
              <a:tabLst>
                <a:tab pos="685800" algn="l"/>
              </a:tabLst>
            </a:pPr>
            <a:r>
              <a:rPr lang="en-US" sz="2800" dirty="0" smtClean="0"/>
              <a:t> Research Questions (if appropriate)</a:t>
            </a:r>
          </a:p>
          <a:p>
            <a:pPr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endParaRPr lang="en-US" sz="2800" dirty="0" smtClean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 smtClean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638800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>
                <a:cs typeface="Times New Roman" panose="02020603050405020304" pitchFamily="18" charset="0"/>
              </a:rPr>
              <a:t>Briefly restate the research problem, summarize objectives, highlight key methodologies, </a:t>
            </a:r>
            <a:r>
              <a:rPr lang="en-US" sz="2800" smtClean="0">
                <a:cs typeface="Times New Roman" panose="02020603050405020304" pitchFamily="18" charset="0"/>
              </a:rPr>
              <a:t>outline contributions</a:t>
            </a:r>
            <a:r>
              <a:rPr lang="en-US" sz="2800" dirty="0" smtClean="0">
                <a:cs typeface="Times New Roman" panose="02020603050405020304" pitchFamily="18" charset="0"/>
              </a:rPr>
              <a:t>, acknowledge challenges and limitations, and future directions of the proposed </a:t>
            </a:r>
            <a:r>
              <a:rPr lang="en-US" sz="2800" smtClean="0">
                <a:cs typeface="Times New Roman" panose="02020603050405020304" pitchFamily="18" charset="0"/>
              </a:rPr>
              <a:t>research. </a:t>
            </a:r>
            <a:endParaRPr lang="en-US" sz="2800" dirty="0" smtClean="0">
              <a:cs typeface="Times New Roman" panose="02020603050405020304" pitchFamily="18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 smtClean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/>
              <a:t>References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791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i="0" dirty="0" smtClean="0">
                <a:effectLst/>
                <a:cs typeface="Times New Roman" panose="02020603050405020304" pitchFamily="18" charset="0"/>
              </a:rPr>
              <a:t>List here the reference list by following the Harvard referencing format  (Remove this line)</a:t>
            </a:r>
            <a:endParaRPr lang="en-US" sz="1800" b="1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1800" b="0" i="0" dirty="0" smtClean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Nasir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Bature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U.I., Tahir, N.M.,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Babawuro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Boniface, A. and Hassan, A.M., 2020. Arduino based gas leakage control and temperature monitoring system.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Information and Communication Technology (IJ-ICT)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9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pp.171-178.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Qasim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 H.H., </a:t>
            </a: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Hamza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 A.E., Ibrahim, H.H., </a:t>
            </a: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Saeed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 H.A. and </a:t>
            </a: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Hamzah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 M.I., 2020. Design and implementation home security system and monitoring by using wireless sensor networks WSN/internet of things IOT. </a:t>
            </a:r>
            <a:r>
              <a:rPr lang="en-US" sz="1800" b="0" i="1" dirty="0" smtClean="0">
                <a:effectLst/>
                <a:cs typeface="Times New Roman" panose="02020603050405020304" pitchFamily="18" charset="0"/>
              </a:rPr>
              <a:t>International Journal of Electrical and Computer Engineering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 smtClean="0">
                <a:effectLst/>
                <a:cs typeface="Times New Roman" panose="02020603050405020304" pitchFamily="18" charset="0"/>
              </a:rPr>
              <a:t>10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(3), p.2617.</a:t>
            </a:r>
          </a:p>
          <a:p>
            <a:pPr marL="0" indent="0" algn="just">
              <a:buNone/>
            </a:pPr>
            <a:endParaRPr lang="en-US" sz="1800" b="0" i="0" dirty="0" smtClean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Saxena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 A. and Pal, R., 2020. IoT Based Security and Controlled Smart Home Automation System Using GSM. </a:t>
            </a:r>
            <a:r>
              <a:rPr lang="en-US" sz="1800" b="0" i="1" dirty="0" smtClean="0">
                <a:effectLst/>
                <a:cs typeface="Times New Roman" panose="02020603050405020304" pitchFamily="18" charset="0"/>
              </a:rPr>
              <a:t>International Journal of Research in Engineering, Science and Management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 smtClean="0">
                <a:effectLst/>
                <a:cs typeface="Times New Roman" panose="02020603050405020304" pitchFamily="18" charset="0"/>
              </a:rPr>
              <a:t>3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(8), pp.445-448.</a:t>
            </a: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 smtClean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5638800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NOTE: </a:t>
            </a: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</a:rPr>
              <a:t>Please consult with your supervisor before preparing the Thesis Final Defense presentation slides</a:t>
            </a:r>
            <a:endParaRPr lang="en-US" sz="2400" b="1" dirty="0">
              <a:solidFill>
                <a:schemeClr val="accent3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1383B98D-F20F-4774-A68C-0357B8E7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62200"/>
            <a:ext cx="6425184" cy="9144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</a:rPr>
              <a:t>Any </a:t>
            </a:r>
            <a:r>
              <a:rPr lang="en-US" sz="4000" dirty="0" smtClean="0">
                <a:latin typeface="Forte" panose="03060902040502070203" pitchFamily="66" charset="0"/>
              </a:rPr>
              <a:t>Questions </a:t>
            </a:r>
            <a:r>
              <a:rPr lang="en-US" sz="4000" dirty="0">
                <a:latin typeface="Forte" panose="03060902040502070203" pitchFamily="66" charset="0"/>
              </a:rPr>
              <a:t>?</a:t>
            </a:r>
          </a:p>
        </p:txBody>
      </p:sp>
    </p:spTree>
    <p:extLst>
      <p:ext uri="{BB962C8B-B14F-4D97-AF65-F5344CB8AC3E}">
        <p14:creationId xmlns="" xmlns:p14="http://schemas.microsoft.com/office/powerpoint/2010/main" val="972782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0" y="2819400"/>
            <a:ext cx="6172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b="0" dirty="0">
                <a:latin typeface="Forte" pitchFamily="66" charset="0"/>
              </a:rPr>
              <a:t>Thank</a:t>
            </a:r>
            <a:r>
              <a:rPr lang="en-US" sz="3600" b="0" dirty="0">
                <a:latin typeface="Rage Italic" pitchFamily="66" charset="0"/>
              </a:rPr>
              <a:t> </a:t>
            </a:r>
            <a:r>
              <a:rPr lang="en-US" sz="3600" b="0" dirty="0" smtClean="0">
                <a:latin typeface="Forte" pitchFamily="66" charset="0"/>
              </a:rPr>
              <a:t>You</a:t>
            </a:r>
            <a:endParaRPr lang="en-US" sz="3600" b="0" dirty="0">
              <a:latin typeface="Forte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5800" y="1981200"/>
            <a:ext cx="7696200" cy="1447800"/>
          </a:xfrm>
        </p:spPr>
        <p:txBody>
          <a:bodyPr>
            <a:noAutofit/>
          </a:bodyPr>
          <a:lstStyle/>
          <a:p>
            <a:pPr algn="ctr"/>
            <a:r>
              <a:rPr lang="en-US" sz="2400" dirty="0" smtClean="0"/>
              <a:t>Add Backup slides (from here) to provide additional explanations or information (helpful when board members need more details on the presentation).</a:t>
            </a:r>
            <a:endParaRPr lang="en-US" sz="2400" b="0" dirty="0">
              <a:latin typeface="Forte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2024</TotalTime>
  <Words>246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 Prepared for:   Thesis Defense Committee    Department of  Computer Science and Engineering </vt:lpstr>
      <vt:lpstr>Contents</vt:lpstr>
      <vt:lpstr>                                    </vt:lpstr>
      <vt:lpstr>Conclusion</vt:lpstr>
      <vt:lpstr>References</vt:lpstr>
      <vt:lpstr>Any Questions ?</vt:lpstr>
      <vt:lpstr>Thank You</vt:lpstr>
      <vt:lpstr>Add Backup slides (from here) to provide additional explanations or information (helpful when board members need more details on the presentation).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sabhi</cp:lastModifiedBy>
  <cp:revision>192</cp:revision>
  <dcterms:created xsi:type="dcterms:W3CDTF">2021-05-07T10:10:49Z</dcterms:created>
  <dcterms:modified xsi:type="dcterms:W3CDTF">2025-10-27T16:36:18Z</dcterms:modified>
</cp:coreProperties>
</file>